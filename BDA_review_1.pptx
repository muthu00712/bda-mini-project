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Open Sauce" charset="1" panose="00000500000000000000"/>
      <p:regular r:id="rId10"/>
    </p:embeddedFont>
    <p:embeddedFont>
      <p:font typeface="Open Sauce Bold" charset="1" panose="000008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46147"/>
            <a:ext cx="10910528" cy="8340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040"/>
              </a:lnSpc>
              <a:spcBef>
                <a:spcPct val="0"/>
              </a:spcBef>
            </a:pPr>
            <a:r>
              <a:rPr lang="en-US" sz="13040" spc="-782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Urban Air Quality</a:t>
            </a:r>
          </a:p>
          <a:p>
            <a:pPr algn="l" marL="0" indent="0" lvl="0">
              <a:lnSpc>
                <a:spcPts val="13040"/>
              </a:lnSpc>
              <a:spcBef>
                <a:spcPct val="0"/>
              </a:spcBef>
            </a:pPr>
            <a:r>
              <a:rPr lang="en-US" sz="13040" spc="-782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Prediction Using IoT Sensor Data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559129" y="6671588"/>
            <a:ext cx="4560684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400" spc="24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BIG DATA + IOT + MACHINE LEARNING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98616" y="7778115"/>
            <a:ext cx="4560684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Air-quality monitoring • Analytics • AQI prediction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173811"/>
          </a:xfrm>
          <a:custGeom>
            <a:avLst/>
            <a:gdLst/>
            <a:ahLst/>
            <a:cxnLst/>
            <a:rect r="r" b="b" t="t" l="l"/>
            <a:pathLst>
              <a:path h="10173811" w="18288000">
                <a:moveTo>
                  <a:pt x="0" y="0"/>
                </a:moveTo>
                <a:lnTo>
                  <a:pt x="18288000" y="0"/>
                </a:lnTo>
                <a:lnTo>
                  <a:pt x="18288000" y="10173811"/>
                </a:lnTo>
                <a:lnTo>
                  <a:pt x="0" y="101738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6" r="0" b="-55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76" t="-1978" r="0" b="-197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DAHV043rG1g</dc:identifier>
  <dcterms:modified xsi:type="dcterms:W3CDTF">2011-08-01T06:04:30Z</dcterms:modified>
  <cp:revision>1</cp:revision>
  <dc:title>White Beige and Brown Simple Minimalist Clean Final Project Presentation</dc:title>
</cp:coreProperties>
</file>