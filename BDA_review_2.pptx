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1921" y="1403902"/>
            <a:ext cx="8532079" cy="784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81"/>
              </a:lnSpc>
            </a:pPr>
            <a:r>
              <a:rPr lang="en-US" sz="9520" spc="-56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URBAN AIR Q</a:t>
            </a:r>
            <a:r>
              <a:rPr lang="en-US" sz="9520" spc="-56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UALITY</a:t>
            </a:r>
          </a:p>
          <a:p>
            <a:pPr algn="l">
              <a:lnSpc>
                <a:spcPts val="10281"/>
              </a:lnSpc>
            </a:pPr>
            <a:r>
              <a:rPr lang="en-US" sz="9520" spc="-561">
                <a:solidFill>
                  <a:srgbClr val="185079"/>
                </a:solidFill>
                <a:latin typeface="Open Sauce"/>
                <a:ea typeface="Open Sauce"/>
                <a:cs typeface="Open Sauce"/>
                <a:sym typeface="Open Sauce"/>
              </a:rPr>
              <a:t>PREDICTION USING IOT SENSOR DATA</a:t>
            </a:r>
          </a:p>
          <a:p>
            <a:pPr algn="l">
              <a:lnSpc>
                <a:spcPts val="1028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00838" y="-5504520"/>
            <a:ext cx="22467636" cy="18920878"/>
          </a:xfrm>
          <a:custGeom>
            <a:avLst/>
            <a:gdLst/>
            <a:ahLst/>
            <a:cxnLst/>
            <a:rect r="r" b="b" t="t" l="l"/>
            <a:pathLst>
              <a:path h="18920878" w="22467636">
                <a:moveTo>
                  <a:pt x="0" y="0"/>
                </a:moveTo>
                <a:lnTo>
                  <a:pt x="22467636" y="0"/>
                </a:lnTo>
                <a:lnTo>
                  <a:pt x="22467636" y="18920878"/>
                </a:lnTo>
                <a:lnTo>
                  <a:pt x="0" y="18920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28" r="0" b="-628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53289" y="493643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89" y="0"/>
                </a:lnTo>
                <a:lnTo>
                  <a:pt x="15919789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75201" y="-7726307"/>
            <a:ext cx="15919790" cy="13575239"/>
          </a:xfrm>
          <a:custGeom>
            <a:avLst/>
            <a:gdLst/>
            <a:ahLst/>
            <a:cxnLst/>
            <a:rect r="r" b="b" t="t" l="l"/>
            <a:pathLst>
              <a:path h="13575239" w="15919790">
                <a:moveTo>
                  <a:pt x="0" y="0"/>
                </a:moveTo>
                <a:lnTo>
                  <a:pt x="15919790" y="0"/>
                </a:lnTo>
                <a:lnTo>
                  <a:pt x="15919790" y="13575239"/>
                </a:lnTo>
                <a:lnTo>
                  <a:pt x="0" y="13575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8187" y="0"/>
            <a:ext cx="18319414" cy="10412730"/>
          </a:xfrm>
          <a:custGeom>
            <a:avLst/>
            <a:gdLst/>
            <a:ahLst/>
            <a:cxnLst/>
            <a:rect r="r" b="b" t="t" l="l"/>
            <a:pathLst>
              <a:path h="10412730" w="18319414">
                <a:moveTo>
                  <a:pt x="0" y="0"/>
                </a:moveTo>
                <a:lnTo>
                  <a:pt x="18319413" y="0"/>
                </a:lnTo>
                <a:lnTo>
                  <a:pt x="18319413" y="10412730"/>
                </a:lnTo>
                <a:lnTo>
                  <a:pt x="0" y="1041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90" r="0" b="-69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01429" y="4211205"/>
            <a:ext cx="359553" cy="35955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8507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174625"/>
              <a:ext cx="558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198414" cy="10236608"/>
          </a:xfrm>
          <a:custGeom>
            <a:avLst/>
            <a:gdLst/>
            <a:ahLst/>
            <a:cxnLst/>
            <a:rect r="r" b="b" t="t" l="l"/>
            <a:pathLst>
              <a:path h="10236608" w="18198414">
                <a:moveTo>
                  <a:pt x="0" y="0"/>
                </a:moveTo>
                <a:lnTo>
                  <a:pt x="18198414" y="0"/>
                </a:lnTo>
                <a:lnTo>
                  <a:pt x="18198414" y="10236608"/>
                </a:lnTo>
                <a:lnTo>
                  <a:pt x="0" y="10236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181" t="-19076" r="-3000" b="-114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DAHV2PhwngU</dc:identifier>
  <dcterms:modified xsi:type="dcterms:W3CDTF">2011-08-01T06:04:30Z</dcterms:modified>
  <cp:revision>1</cp:revision>
  <dc:title>Blue and White Modern Business Proposal Presentation</dc:title>
</cp:coreProperties>
</file>